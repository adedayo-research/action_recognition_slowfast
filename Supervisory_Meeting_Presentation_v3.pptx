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Action Spotting in SoccerNet-v2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Optimization, Temporal Scaling, and Pipeline Automation</a:t>
            </a:r>
          </a:p>
          <a:p>
            <a:r>
              <a:t>PhD Supervisory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Research Domain: Spatio-Temporal Action Spotting in broadcast football video.</a:t>
            </a:r>
          </a:p>
          <a:p>
            <a:pPr lvl="1"/>
            <a:r>
              <a:t>Core Challenge 1: Severe Class Imbalance.</a:t>
            </a:r>
          </a:p>
          <a:p>
            <a:pPr lvl="2"/>
            <a:r>
              <a:t>Background events and high-frequency actions (Throw-ins) completely drown out rare, critical events (Penalties, Red Cards).</a:t>
            </a:r>
          </a:p>
          <a:p>
            <a:pPr lvl="1"/>
            <a:r>
              <a:t>Core Challenge 2: Temporal Complexity.</a:t>
            </a:r>
          </a:p>
          <a:p>
            <a:pPr lvl="2"/>
            <a:r>
              <a:t>Unlike static image classification, identifying a 'Clearance' or 'Shot' requires contextual mathematical memory across multiple frames.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Key Innovations in Current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Algorithmic Shift: Replaced standard Cross-Entropy with Focal Loss (Gamma=2.0).</a:t>
            </a:r>
          </a:p>
          <a:p>
            <a:pPr lvl="1"/>
            <a:r>
              <a:t>Mathematically penalizes the network for ignoring rare classes, fixing the model's tendency to predict a single dominant class.</a:t>
            </a:r>
          </a:p>
          <a:p>
            <a:pPr/>
            <a:r>
              <a:t>Architectural Strategy: Progressive Temporal Unfreezing.</a:t>
            </a:r>
          </a:p>
          <a:p>
            <a:pPr lvl="1"/>
            <a:r>
              <a:t>Strategically unfreezing deeper 3D CNN blocks to force the pre-trained SlowFast network to learn complex football-specific temporal mechanics.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Architecture: SlowFast R50 (Dual-pathway 3D CNN for video).</a:t>
            </a:r>
          </a:p>
          <a:p>
            <a:pPr/>
            <a:r>
              <a:t>Data Pipeline: Automated frame extraction and tensor standardization mapped to PyTorch Dataloaders.</a:t>
            </a:r>
          </a:p>
          <a:p>
            <a:pPr/>
            <a:r>
              <a:t>Evaluation Metric: Official SoccerNet Evaluation API to guarantee standardized Average-mAP (1s-5s tolerances).</a:t>
            </a:r>
          </a:p>
          <a:p>
            <a:pPr/>
            <a:r>
              <a:t>Telemetry: Integrated Weights &amp; Biases (W&amp;B) for rigorous gradient flow and validation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Model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Official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First Half mAP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Baseline (Frozen Backbone)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Exp 1: Unfrozen Block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Exp 2: Unfrozen Blocks 4 &amp;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4.49%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Finding: Doubling the network's unfrozen temporal capacity (Blocks 4 &amp; 5) directly doubled the resulting mAP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Per-Class Analysis (Exp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609600">
                <a:tc>
                  <a:txBody>
                    <a:bodyPr/>
                    <a:lstStyle/>
                    <a:p>
                      <a:r>
                        <a:t>Action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 Achieved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Ball out of 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17.68%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Kick-off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15.91% (New discovery)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Corner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Throw-in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11.19%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Clearance, Foul, Shots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 - 7% (New discoveries)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56692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Finding: Increased temporal capacity allowed the model to expand from recognizing 4 basic classes to 9 complex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Discussion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Dataset Saturation (Overfitting):</a:t>
            </a:r>
          </a:p>
          <a:p>
            <a:pPr lvl="1"/>
            <a:r>
              <a:t>In Exp 2, Training Loss dropped to 0.79 while Validation Loss rose to 1.98.</a:t>
            </a:r>
          </a:p>
          <a:p>
            <a:pPr lvl="1"/>
            <a:r>
              <a:t>The network has exhausted the variance of the local 5-game dataset and is memorizing it. Unfreezing further layers without more data will severely degrade generalization.</a:t>
            </a:r>
          </a:p>
          <a:p>
            <a:pPr/>
            <a:r>
              <a:t>Hardware Constraints:</a:t>
            </a:r>
          </a:p>
          <a:p>
            <a:pPr lvl="1"/>
            <a:r>
              <a:t>Unfreezing Blocks 4 &amp; 5 required drastically reducing the batch size to 2 to prevent GPU CUDA crashes, which negatively impacts gradient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Goal: Achieve SOTA double-digit mAP scores across all 17 target classes.</a:t>
            </a:r>
          </a:p>
          <a:p>
            <a:pPr lvl="1"/>
            <a:r>
              <a:t>1. Data Scaling:</a:t>
            </a:r>
          </a:p>
          <a:p>
            <a:pPr lvl="2"/>
            <a:r>
              <a:t>Expand the training set from 5 games to the full 500-game SoccerNet-v2 dataset to solve the overfitting bottleneck.</a:t>
            </a:r>
          </a:p>
          <a:p>
            <a:pPr lvl="1"/>
            <a:r>
              <a:t>2. Infrastructure Migration:</a:t>
            </a:r>
          </a:p>
          <a:p>
            <a:pPr lvl="2"/>
            <a:r>
              <a:t>Package and deploy the refactored, research-ready pipeline to the University HPC cluster.</a:t>
            </a:r>
          </a:p>
          <a:p>
            <a:pPr lvl="1"/>
            <a:r>
              <a:t>3. Batch Size Stabilization:</a:t>
            </a:r>
          </a:p>
          <a:p>
            <a:pPr lvl="2"/>
            <a:r>
              <a:t>Utilize High-VRAM GPUs (24GB+) to increase the batch size to 16, allowing the entirely unfrozen architecture to be trained with stable gradients.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