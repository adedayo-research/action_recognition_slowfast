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Action Spotting in SoccerNet-v2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Architecture Optimization and Scaling Strategy</a:t>
            </a:r>
          </a:p>
          <a:p>
            <a:r>
              <a:t>PhD Supervisory Update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Objective: Develop a robust, automated pipeline for action spotting on the SoccerNet-v2 dataset.</a:t>
            </a:r>
          </a:p>
          <a:p>
            <a:pPr lvl="1"/>
            <a:r>
              <a:t>Core Challenge 1: Severe class imbalance (e.g., 'Throw-in' occurs exponentially more often than 'Penalty').</a:t>
            </a:r>
          </a:p>
          <a:p>
            <a:pPr lvl="1"/>
            <a:r>
              <a:t>Core Challenge 2: Temporal complexity (actions like 'Clearance' require multi-frame contextual understanding, unlike static images).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Methodology &amp;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Model Architecture: SlowFast R50 (3D CNN designed for video processing).</a:t>
            </a:r>
          </a:p>
          <a:p>
            <a:pPr/>
            <a:r>
              <a:t>Pipeline: Modular, automated training loops with W&amp;B telemetry tracking.</a:t>
            </a:r>
          </a:p>
          <a:p>
            <a:pPr/>
            <a:r>
              <a:t>Evaluation: Integrated the Official SoccerNet Evaluation API to guarantee standardized mAP calculation.</a:t>
            </a:r>
          </a:p>
          <a:p>
            <a:pPr/>
            <a:r>
              <a:t>Loss Optimization: Shifted from Cross-Entropy to Focal Loss (Gamma=2.0) to mathematically penalize errors on rare classes, solving the imbalance.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Quantitative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57200">
                <a:tc>
                  <a:txBody>
                    <a:bodyPr/>
                    <a:lstStyle/>
                    <a:p>
                      <a:r>
                        <a:t>Model Configuration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Official 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First Half mAP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Baseline (Frozen Backbone)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1.34%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1.88%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Unfrozen Block 5 (Final Layer)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1.79%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2.18%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Unfrozen Blocks 4 &amp;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2.76%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4.49%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Per-Class Analysis (Blocks 4 &amp; 5)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828800"/>
          <a:ext cx="6400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</a:tblGrid>
              <a:tr h="609600">
                <a:tc>
                  <a:txBody>
                    <a:bodyPr/>
                    <a:lstStyle/>
                    <a:p>
                      <a:r>
                        <a:t>Action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mAP Achieved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Ball out of play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17.68%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Kick-off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15.91% (New)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Corner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14.08%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Throw-in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11.19%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Clearance, Foul, Shots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1% - 7% (New)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Conclusion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Conclusion: Unfreezing deeper temporal layers directly correlates with the model's ability to recognize complex actions. The F1 score doubled and recognized classes increased from 4 to 9.</a:t>
            </a:r>
          </a:p>
          <a:p>
            <a:pPr/>
            <a:r>
              <a:t>Limitation 1 (Overfitting): The model's training loss dropped significantly while validation loss rose, indicating it has memorized the 5-game local dataset.</a:t>
            </a:r>
          </a:p>
          <a:p>
            <a:pPr/>
            <a:r>
              <a:t>Limitation 2 (Hardware Capacity): Unfreezing deeper layers required reducing the batch size to 2 to prevent GPU memory crashes.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Goal: Achieve double-digit SOTA mAP scores across all 17 classes.</a:t>
            </a:r>
          </a:p>
          <a:p>
            <a:pPr lvl="1"/>
            <a:r>
              <a:t>Data Scaling: Download the remaining 495 SoccerNet-v2 games to solve the overfitting bottleneck.</a:t>
            </a:r>
          </a:p>
          <a:p>
            <a:pPr lvl="1"/>
            <a:r>
              <a:t>HPC Migration: Deploy the pipeline to the University HPC cluster.</a:t>
            </a:r>
          </a:p>
          <a:p>
            <a:pPr lvl="1"/>
            <a:r>
              <a:t>Hardware Scaling: Utilize 24GB+ GPUs to increase the batch size back to 16 for stable gradient descent on fully unfrozen architectures.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